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59675" cy="10691813"/>
  <p:notesSz cx="6858000" cy="9144000"/>
  <p:embeddedFontLst>
    <p:embeddedFont>
      <p:font typeface="Ubuntu" panose="020B0504030602030204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A4A3A4"/>
          </p15:clr>
        </p15:guide>
        <p15:guide id="2" pos="238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iN/kOsnIB6clojZmx2tZsFXcmH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D67E5B-3D77-4DEB-A098-A40D9668C452}">
  <a:tblStyle styleId="{F1D67E5B-3D77-4DEB-A098-A40D9668C45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2" d="100"/>
          <a:sy n="102" d="100"/>
        </p:scale>
        <p:origin x="1406" y="-1526"/>
      </p:cViewPr>
      <p:guideLst>
        <p:guide orient="horz" pos="336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4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43349fa4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243349fa4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>
            <a:spLocks noGrp="1"/>
          </p:cNvSpPr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ubTitle" idx="1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2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>
            <a:spLocks noGrp="1"/>
          </p:cNvSpPr>
          <p:nvPr>
            <p:ph type="title" hasCustomPrompt="1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>
            <a:spLocks noGrp="1"/>
          </p:cNvSpPr>
          <p:nvPr>
            <p:ph type="body" idx="1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://ventas@infosis.tech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zeuserp.tech" TargetMode="External"/><Relationship Id="rId5" Type="http://schemas.openxmlformats.org/officeDocument/2006/relationships/hyperlink" Target="https://terminosycondiciones.zeuserp.tech" TargetMode="External"/><Relationship Id="rId4" Type="http://schemas.openxmlformats.org/officeDocument/2006/relationships/hyperlink" Target="https://tecnologias.zeuserp.te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43349fa4f7_0_0">
            <a:hlinkClick r:id="rId4"/>
          </p:cNvPr>
          <p:cNvSpPr txBox="1"/>
          <p:nvPr/>
        </p:nvSpPr>
        <p:spPr>
          <a:xfrm>
            <a:off x="5692775" y="9970550"/>
            <a:ext cx="10203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endParaRPr sz="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243349fa4f7_0_0">
            <a:hlinkClick r:id="rId5"/>
          </p:cNvPr>
          <p:cNvSpPr txBox="1"/>
          <p:nvPr/>
        </p:nvSpPr>
        <p:spPr>
          <a:xfrm>
            <a:off x="5684300" y="10199150"/>
            <a:ext cx="17145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endParaRPr sz="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243349fa4f7_0_0">
            <a:hlinkClick r:id="rId6"/>
          </p:cNvPr>
          <p:cNvSpPr txBox="1"/>
          <p:nvPr/>
        </p:nvSpPr>
        <p:spPr>
          <a:xfrm>
            <a:off x="5684300" y="10408475"/>
            <a:ext cx="8403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endParaRPr sz="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243349fa4f7_0_0"/>
          <p:cNvSpPr txBox="1"/>
          <p:nvPr/>
        </p:nvSpPr>
        <p:spPr>
          <a:xfrm>
            <a:off x="900650" y="9985550"/>
            <a:ext cx="2152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Ventas Digitales</a:t>
            </a:r>
            <a:endParaRPr sz="1200" b="0" i="0" u="none" strike="noStrike" cap="none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1" u="sng" strike="noStrike" cap="none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7"/>
              </a:rPr>
              <a:t>ventas@infosis.tech</a:t>
            </a:r>
            <a:endParaRPr sz="1200" b="0" i="1" u="none" strike="noStrike" cap="none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58" name="Google Shape;58;g243349fa4f7_0_0"/>
          <p:cNvGraphicFramePr/>
          <p:nvPr>
            <p:extLst>
              <p:ext uri="{D42A27DB-BD31-4B8C-83A1-F6EECF244321}">
                <p14:modId xmlns:p14="http://schemas.microsoft.com/office/powerpoint/2010/main" val="214370728"/>
              </p:ext>
            </p:extLst>
          </p:nvPr>
        </p:nvGraphicFramePr>
        <p:xfrm>
          <a:off x="489100" y="846175"/>
          <a:ext cx="6872750" cy="5358924"/>
        </p:xfrm>
        <a:graphic>
          <a:graphicData uri="http://schemas.openxmlformats.org/drawingml/2006/table">
            <a:tbl>
              <a:tblPr>
                <a:noFill/>
                <a:tableStyleId>{F1D67E5B-3D77-4DEB-A098-A40D9668C452}</a:tableStyleId>
              </a:tblPr>
              <a:tblGrid>
                <a:gridCol w="548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6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1475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sng" strike="noStrike" cap="none" dirty="0">
                          <a:solidFill>
                            <a:srgbClr val="6A00A7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PROPUESTA ECONÓMICA y ACEPTACIÓN DE ORDEN DE SERVICIO PARA PROVISIÓN DE SOFTWARE</a:t>
                      </a:r>
                      <a:endParaRPr sz="1000" b="1" u="sng" strike="noStrike" cap="none" dirty="0">
                        <a:solidFill>
                          <a:srgbClr val="6A00A7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Razón Social: </a:t>
                      </a:r>
                      <a:r>
                        <a:rPr lang="es-AR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MARTIN URIA                                                                             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CUIT: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 20-13454247-1  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                        Fecha</a:t>
                      </a:r>
                      <a:r>
                        <a:rPr lang="es" sz="900" u="none" strike="noStrike" cap="none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: 24/07/2026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Responsable Legal: </a:t>
                      </a:r>
                      <a:r>
                        <a:rPr lang="es-AR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MARTIN URIA                                                                  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DNI: 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13.454.247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                                  Cargo: RESPONSABLE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Domicilio Fiscal: </a:t>
                      </a:r>
                      <a:r>
                        <a:rPr lang="es-AR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Mar del Plata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SERVICIOS</a:t>
                      </a:r>
                      <a:endParaRPr sz="900" b="1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VALOR UNITARIO</a:t>
                      </a:r>
                      <a:endParaRPr sz="900" b="1" u="none" strike="noStrike" cap="none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VALOR TOTAL</a:t>
                      </a:r>
                      <a:endParaRPr sz="900" b="1" u="none" strike="noStrike" cap="none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Pack Base 10 horas - Análisis Técnico en Integraciones - Cluster de Tecnología</a:t>
                      </a:r>
                      <a:endParaRPr sz="900" u="none" strike="noStrike" cap="none">
                        <a:solidFill>
                          <a:srgbClr val="666666"/>
                        </a:solidFill>
                        <a:highlight>
                          <a:srgbClr val="FFFF00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$ 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144.000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rgbClr val="00CDCD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$ 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1.440.000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rgbClr val="00CDCD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AR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Beneficio Extraordinario - Ventas por Canal Digital   - 10%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rgbClr val="FFFF00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($144.000)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061363"/>
                  </a:ext>
                </a:extLst>
              </a:tr>
              <a:tr h="238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Total Pack Base 10 horas - Análisis Técnico en Integraciones  - ZEUS ERP &amp; POS, </a:t>
                      </a:r>
                      <a:r>
                        <a:rPr lang="es" sz="900" b="1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Premium</a:t>
                      </a:r>
                      <a:r>
                        <a:rPr lang="es" sz="900" b="1" u="none" strike="noStrike" cap="none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 Tech</a:t>
                      </a:r>
                      <a:r>
                        <a:rPr lang="es" sz="9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.  </a:t>
                      </a:r>
                      <a:endParaRPr sz="9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highlight>
                          <a:srgbClr val="00CDCD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dirty="0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  </a:t>
                      </a:r>
                      <a:r>
                        <a:rPr lang="es" sz="900" b="1" u="sng" strike="noStrike" cap="none" dirty="0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$ 1.440.</a:t>
                      </a:r>
                      <a:r>
                        <a:rPr lang="es" sz="900" b="1" u="sng" dirty="0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0</a:t>
                      </a:r>
                      <a:r>
                        <a:rPr lang="es" sz="900" b="1" u="sng" strike="noStrike" cap="none" dirty="0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00</a:t>
                      </a:r>
                      <a:endParaRPr sz="900" b="1" u="sng" strike="noStrike" cap="none" dirty="0">
                        <a:solidFill>
                          <a:schemeClr val="dk1"/>
                        </a:solidFill>
                        <a:highlight>
                          <a:srgbClr val="00CDCD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0625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sng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Validez de la Propuesta Económica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: los términos y condiciones de la presente tendrán validez hasta el 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31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/07/2026 a las 17 hrs.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900" u="sng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Forma de Pago del Licenciamiento: </a:t>
                      </a:r>
                      <a:r>
                        <a:rPr lang="es-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en 3 pagos iguales y consecutivos sin interés, siendo el 1er pago inicial vía transferencia bancaria; y los restantes a 30 y 60 días de la firma de la orden de servicio, vía e-</a:t>
                      </a:r>
                      <a:r>
                        <a:rPr lang="es-ES" sz="900" u="none" strike="noStrike" cap="none" dirty="0" err="1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Cheq</a:t>
                      </a:r>
                      <a:r>
                        <a:rPr lang="es-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. Los beneficios otorgados no podrán ser renovados.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Los importes expresados en términos brutos no incluyen impuestos (IVA y Percepciones IIBB).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rgbClr val="FFFF00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 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650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Por medio de la presente dejo constancia de la comprensión y aceptación de la propuesta económica correspondiente a la orden de servicio de provisión de software conforme los Términos y Condiciones del Sistema ZEUS ERP &amp; POS, 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Premium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 Tech.</a:t>
                      </a:r>
                      <a:endParaRPr sz="1400" u="none" strike="noStrike" cap="none" dirty="0"/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9" name="Google Shape;59;g243349fa4f7_0_0"/>
          <p:cNvSpPr txBox="1"/>
          <p:nvPr/>
        </p:nvSpPr>
        <p:spPr>
          <a:xfrm>
            <a:off x="1429950" y="7907311"/>
            <a:ext cx="5391000" cy="1556125"/>
          </a:xfrm>
          <a:prstGeom prst="rect">
            <a:avLst/>
          </a:prstGeom>
          <a:noFill/>
          <a:ln w="9525" cap="flat" cmpd="sng">
            <a:solidFill>
              <a:srgbClr val="6A00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" sz="9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Ubuntu"/>
                <a:ea typeface="Ubuntu"/>
                <a:cs typeface="Ubuntu"/>
                <a:sym typeface="Ubuntu"/>
              </a:rPr>
              <a:t>RAZÓN SOCIAL y CUIT: </a:t>
            </a:r>
            <a:r>
              <a:rPr lang="es-AR" sz="900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MARTIN URIA | 20-13454247-1</a:t>
            </a:r>
            <a:endParaRPr sz="900" b="0" i="0" u="none" strike="noStrike" cap="none" dirty="0">
              <a:solidFill>
                <a:schemeClr val="dk1"/>
              </a:solidFill>
              <a:highlight>
                <a:schemeClr val="lt1"/>
              </a:highlight>
              <a:latin typeface="Ubuntu"/>
              <a:ea typeface="Ubuntu"/>
              <a:cs typeface="Ubuntu"/>
              <a:sym typeface="Ubuntu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" sz="9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Ubuntu"/>
                <a:ea typeface="Ubuntu"/>
                <a:cs typeface="Ubuntu"/>
                <a:sym typeface="Ubuntu"/>
              </a:rPr>
              <a:t>REPRESENTANTE LEGAL: </a:t>
            </a:r>
            <a:r>
              <a:rPr lang="es-AR" sz="900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MARTIN URIA</a:t>
            </a:r>
            <a:endParaRPr sz="900" b="0" i="0" u="none" strike="noStrike" cap="none" dirty="0">
              <a:solidFill>
                <a:schemeClr val="dk1"/>
              </a:solidFill>
              <a:highlight>
                <a:schemeClr val="lt1"/>
              </a:highlight>
              <a:latin typeface="Ubuntu"/>
              <a:ea typeface="Ubuntu"/>
              <a:cs typeface="Ubuntu"/>
              <a:sym typeface="Ubuntu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Ubuntu"/>
                <a:ea typeface="Ubuntu"/>
                <a:cs typeface="Ubuntu"/>
                <a:sym typeface="Ubuntu"/>
              </a:rPr>
              <a:t>NUMERO DNI: 13.454.247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" sz="900" dirty="0">
              <a:solidFill>
                <a:schemeClr val="dk1"/>
              </a:solidFill>
              <a:highlight>
                <a:schemeClr val="lt1"/>
              </a:highlight>
              <a:latin typeface="Ubuntu"/>
              <a:ea typeface="Ubuntu"/>
              <a:cs typeface="Ubuntu"/>
              <a:sym typeface="Ubuntu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 b="0" i="0" u="none" strike="noStrike" cap="none" dirty="0">
              <a:solidFill>
                <a:schemeClr val="dk1"/>
              </a:solidFill>
              <a:highlight>
                <a:schemeClr val="lt1"/>
              </a:highlight>
              <a:latin typeface="Ubuntu"/>
              <a:ea typeface="Ubuntu"/>
              <a:cs typeface="Ubuntu"/>
              <a:sym typeface="Ubuntu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Ubuntu"/>
                <a:ea typeface="Ubuntu"/>
                <a:cs typeface="Ubuntu"/>
                <a:sym typeface="Ubuntu"/>
              </a:rPr>
              <a:t>FIRMA y ACLARACIÓN: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Ubuntu"/>
                <a:ea typeface="Ubuntu"/>
                <a:cs typeface="Ubuntu"/>
                <a:sym typeface="Ubuntu"/>
              </a:rPr>
              <a:t>	                   ………...………………………………………………………...</a:t>
            </a:r>
            <a:endParaRPr sz="9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Microsoft Office PowerPoint</Application>
  <PresentationFormat>Personalizado</PresentationFormat>
  <Paragraphs>35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Ubuntu</vt:lpstr>
      <vt:lpstr>Arial</vt:lpstr>
      <vt:lpstr>Simple Light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Parque04</dc:creator>
  <cp:lastModifiedBy>dechavarria</cp:lastModifiedBy>
  <cp:revision>1</cp:revision>
  <dcterms:modified xsi:type="dcterms:W3CDTF">2026-07-24T13:20:04Z</dcterms:modified>
</cp:coreProperties>
</file>